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0" r:id="rId2"/>
    <p:sldId id="256" r:id="rId3"/>
    <p:sldId id="257" r:id="rId4"/>
    <p:sldId id="258" r:id="rId5"/>
    <p:sldId id="259" r:id="rId6"/>
    <p:sldId id="260" r:id="rId7"/>
    <p:sldId id="264" r:id="rId8"/>
    <p:sldId id="265" r:id="rId9"/>
    <p:sldId id="261" r:id="rId10"/>
    <p:sldId id="262" r:id="rId11"/>
    <p:sldId id="263" r:id="rId12"/>
    <p:sldId id="270" r:id="rId13"/>
    <p:sldId id="271" r:id="rId14"/>
    <p:sldId id="268" r:id="rId15"/>
    <p:sldId id="267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09839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98"/>
    <p:restoredTop sz="94694"/>
  </p:normalViewPr>
  <p:slideViewPr>
    <p:cSldViewPr snapToGrid="0">
      <p:cViewPr varScale="1">
        <p:scale>
          <a:sx n="81" d="100"/>
          <a:sy n="81" d="100"/>
        </p:scale>
        <p:origin x="118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2989" y="1122363"/>
            <a:ext cx="8237935" cy="2387600"/>
          </a:xfrm>
        </p:spPr>
        <p:txBody>
          <a:bodyPr anchor="b"/>
          <a:lstStyle>
            <a:lvl1pPr algn="ctr">
              <a:defRPr sz="540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989" y="3602038"/>
            <a:ext cx="8237935" cy="1655762"/>
          </a:xfrm>
        </p:spPr>
        <p:txBody>
          <a:bodyPr/>
          <a:lstStyle>
            <a:lvl1pPr marL="0" indent="0" algn="ctr">
              <a:buNone/>
              <a:defRPr sz="2162"/>
            </a:lvl1pPr>
            <a:lvl2pPr marL="411891" indent="0" algn="ctr">
              <a:buNone/>
              <a:defRPr sz="1802"/>
            </a:lvl2pPr>
            <a:lvl3pPr marL="823783" indent="0" algn="ctr">
              <a:buNone/>
              <a:defRPr sz="1622"/>
            </a:lvl3pPr>
            <a:lvl4pPr marL="1235674" indent="0" algn="ctr">
              <a:buNone/>
              <a:defRPr sz="1441"/>
            </a:lvl4pPr>
            <a:lvl5pPr marL="1647566" indent="0" algn="ctr">
              <a:buNone/>
              <a:defRPr sz="1441"/>
            </a:lvl5pPr>
            <a:lvl6pPr marL="2059457" indent="0" algn="ctr">
              <a:buNone/>
              <a:defRPr sz="1441"/>
            </a:lvl6pPr>
            <a:lvl7pPr marL="2471349" indent="0" algn="ctr">
              <a:buNone/>
              <a:defRPr sz="1441"/>
            </a:lvl7pPr>
            <a:lvl8pPr marL="2883240" indent="0" algn="ctr">
              <a:buNone/>
              <a:defRPr sz="1441"/>
            </a:lvl8pPr>
            <a:lvl9pPr marL="3295132" indent="0" algn="ctr">
              <a:buNone/>
              <a:defRPr sz="144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5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9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423" y="1709738"/>
            <a:ext cx="9473625" cy="2852737"/>
          </a:xfrm>
        </p:spPr>
        <p:txBody>
          <a:bodyPr anchor="b"/>
          <a:lstStyle>
            <a:lvl1pPr>
              <a:defRPr sz="540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423" y="4589464"/>
            <a:ext cx="9473625" cy="1500187"/>
          </a:xfrm>
        </p:spPr>
        <p:txBody>
          <a:bodyPr/>
          <a:lstStyle>
            <a:lvl1pPr marL="0" indent="0">
              <a:buNone/>
              <a:defRPr sz="2162">
                <a:solidFill>
                  <a:schemeClr val="tx1">
                    <a:tint val="82000"/>
                  </a:schemeClr>
                </a:solidFill>
              </a:defRPr>
            </a:lvl1pPr>
            <a:lvl2pPr marL="411891" indent="0">
              <a:buNone/>
              <a:defRPr sz="1802">
                <a:solidFill>
                  <a:schemeClr val="tx1">
                    <a:tint val="82000"/>
                  </a:schemeClr>
                </a:solidFill>
              </a:defRPr>
            </a:lvl2pPr>
            <a:lvl3pPr marL="823783" indent="0">
              <a:buNone/>
              <a:defRPr sz="1622">
                <a:solidFill>
                  <a:schemeClr val="tx1">
                    <a:tint val="82000"/>
                  </a:schemeClr>
                </a:solidFill>
              </a:defRPr>
            </a:lvl3pPr>
            <a:lvl4pPr marL="1235674" indent="0">
              <a:buNone/>
              <a:defRPr sz="1441">
                <a:solidFill>
                  <a:schemeClr val="tx1">
                    <a:tint val="82000"/>
                  </a:schemeClr>
                </a:solidFill>
              </a:defRPr>
            </a:lvl4pPr>
            <a:lvl5pPr marL="1647566" indent="0">
              <a:buNone/>
              <a:defRPr sz="1441">
                <a:solidFill>
                  <a:schemeClr val="tx1">
                    <a:tint val="82000"/>
                  </a:schemeClr>
                </a:solidFill>
              </a:defRPr>
            </a:lvl5pPr>
            <a:lvl6pPr marL="2059457" indent="0">
              <a:buNone/>
              <a:defRPr sz="1441">
                <a:solidFill>
                  <a:schemeClr val="tx1">
                    <a:tint val="82000"/>
                  </a:schemeClr>
                </a:solidFill>
              </a:defRPr>
            </a:lvl6pPr>
            <a:lvl7pPr marL="2471349" indent="0">
              <a:buNone/>
              <a:defRPr sz="1441">
                <a:solidFill>
                  <a:schemeClr val="tx1">
                    <a:tint val="82000"/>
                  </a:schemeClr>
                </a:solidFill>
              </a:defRPr>
            </a:lvl7pPr>
            <a:lvl8pPr marL="2883240" indent="0">
              <a:buNone/>
              <a:defRPr sz="1441">
                <a:solidFill>
                  <a:schemeClr val="tx1">
                    <a:tint val="82000"/>
                  </a:schemeClr>
                </a:solidFill>
              </a:defRPr>
            </a:lvl8pPr>
            <a:lvl9pPr marL="3295132" indent="0">
              <a:buNone/>
              <a:defRPr sz="144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4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144" y="1825625"/>
            <a:ext cx="4668163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60606" y="1825625"/>
            <a:ext cx="4668163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34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575" y="365126"/>
            <a:ext cx="94736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575" y="1681163"/>
            <a:ext cx="4646710" cy="823912"/>
          </a:xfrm>
        </p:spPr>
        <p:txBody>
          <a:bodyPr anchor="b"/>
          <a:lstStyle>
            <a:lvl1pPr marL="0" indent="0">
              <a:buNone/>
              <a:defRPr sz="2162" b="1"/>
            </a:lvl1pPr>
            <a:lvl2pPr marL="411891" indent="0">
              <a:buNone/>
              <a:defRPr sz="1802" b="1"/>
            </a:lvl2pPr>
            <a:lvl3pPr marL="823783" indent="0">
              <a:buNone/>
              <a:defRPr sz="1622" b="1"/>
            </a:lvl3pPr>
            <a:lvl4pPr marL="1235674" indent="0">
              <a:buNone/>
              <a:defRPr sz="1441" b="1"/>
            </a:lvl4pPr>
            <a:lvl5pPr marL="1647566" indent="0">
              <a:buNone/>
              <a:defRPr sz="1441" b="1"/>
            </a:lvl5pPr>
            <a:lvl6pPr marL="2059457" indent="0">
              <a:buNone/>
              <a:defRPr sz="1441" b="1"/>
            </a:lvl6pPr>
            <a:lvl7pPr marL="2471349" indent="0">
              <a:buNone/>
              <a:defRPr sz="1441" b="1"/>
            </a:lvl7pPr>
            <a:lvl8pPr marL="2883240" indent="0">
              <a:buNone/>
              <a:defRPr sz="1441" b="1"/>
            </a:lvl8pPr>
            <a:lvl9pPr marL="3295132" indent="0">
              <a:buNone/>
              <a:defRPr sz="144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6575" y="2505075"/>
            <a:ext cx="464671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60606" y="1681163"/>
            <a:ext cx="4669594" cy="823912"/>
          </a:xfrm>
        </p:spPr>
        <p:txBody>
          <a:bodyPr anchor="b"/>
          <a:lstStyle>
            <a:lvl1pPr marL="0" indent="0">
              <a:buNone/>
              <a:defRPr sz="2162" b="1"/>
            </a:lvl1pPr>
            <a:lvl2pPr marL="411891" indent="0">
              <a:buNone/>
              <a:defRPr sz="1802" b="1"/>
            </a:lvl2pPr>
            <a:lvl3pPr marL="823783" indent="0">
              <a:buNone/>
              <a:defRPr sz="1622" b="1"/>
            </a:lvl3pPr>
            <a:lvl4pPr marL="1235674" indent="0">
              <a:buNone/>
              <a:defRPr sz="1441" b="1"/>
            </a:lvl4pPr>
            <a:lvl5pPr marL="1647566" indent="0">
              <a:buNone/>
              <a:defRPr sz="1441" b="1"/>
            </a:lvl5pPr>
            <a:lvl6pPr marL="2059457" indent="0">
              <a:buNone/>
              <a:defRPr sz="1441" b="1"/>
            </a:lvl6pPr>
            <a:lvl7pPr marL="2471349" indent="0">
              <a:buNone/>
              <a:defRPr sz="1441" b="1"/>
            </a:lvl7pPr>
            <a:lvl8pPr marL="2883240" indent="0">
              <a:buNone/>
              <a:defRPr sz="1441" b="1"/>
            </a:lvl8pPr>
            <a:lvl9pPr marL="3295132" indent="0">
              <a:buNone/>
              <a:defRPr sz="144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60606" y="2505075"/>
            <a:ext cx="4669594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3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7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575" y="457200"/>
            <a:ext cx="3542598" cy="1600200"/>
          </a:xfrm>
        </p:spPr>
        <p:txBody>
          <a:bodyPr anchor="b"/>
          <a:lstStyle>
            <a:lvl1pPr>
              <a:defRPr sz="28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9594" y="987426"/>
            <a:ext cx="5560606" cy="4873625"/>
          </a:xfrm>
        </p:spPr>
        <p:txBody>
          <a:bodyPr/>
          <a:lstStyle>
            <a:lvl1pPr>
              <a:defRPr sz="2883"/>
            </a:lvl1pPr>
            <a:lvl2pPr>
              <a:defRPr sz="2523"/>
            </a:lvl2pPr>
            <a:lvl3pPr>
              <a:defRPr sz="2162"/>
            </a:lvl3pPr>
            <a:lvl4pPr>
              <a:defRPr sz="1802"/>
            </a:lvl4pPr>
            <a:lvl5pPr>
              <a:defRPr sz="1802"/>
            </a:lvl5pPr>
            <a:lvl6pPr>
              <a:defRPr sz="1802"/>
            </a:lvl6pPr>
            <a:lvl7pPr>
              <a:defRPr sz="1802"/>
            </a:lvl7pPr>
            <a:lvl8pPr>
              <a:defRPr sz="1802"/>
            </a:lvl8pPr>
            <a:lvl9pPr>
              <a:defRPr sz="180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6575" y="2057400"/>
            <a:ext cx="3542598" cy="3811588"/>
          </a:xfrm>
        </p:spPr>
        <p:txBody>
          <a:bodyPr/>
          <a:lstStyle>
            <a:lvl1pPr marL="0" indent="0">
              <a:buNone/>
              <a:defRPr sz="1441"/>
            </a:lvl1pPr>
            <a:lvl2pPr marL="411891" indent="0">
              <a:buNone/>
              <a:defRPr sz="1261"/>
            </a:lvl2pPr>
            <a:lvl3pPr marL="823783" indent="0">
              <a:buNone/>
              <a:defRPr sz="1081"/>
            </a:lvl3pPr>
            <a:lvl4pPr marL="1235674" indent="0">
              <a:buNone/>
              <a:defRPr sz="901"/>
            </a:lvl4pPr>
            <a:lvl5pPr marL="1647566" indent="0">
              <a:buNone/>
              <a:defRPr sz="901"/>
            </a:lvl5pPr>
            <a:lvl6pPr marL="2059457" indent="0">
              <a:buNone/>
              <a:defRPr sz="901"/>
            </a:lvl6pPr>
            <a:lvl7pPr marL="2471349" indent="0">
              <a:buNone/>
              <a:defRPr sz="901"/>
            </a:lvl7pPr>
            <a:lvl8pPr marL="2883240" indent="0">
              <a:buNone/>
              <a:defRPr sz="901"/>
            </a:lvl8pPr>
            <a:lvl9pPr marL="3295132" indent="0">
              <a:buNone/>
              <a:defRPr sz="90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575" y="457200"/>
            <a:ext cx="3542598" cy="1600200"/>
          </a:xfrm>
        </p:spPr>
        <p:txBody>
          <a:bodyPr anchor="b"/>
          <a:lstStyle>
            <a:lvl1pPr>
              <a:defRPr sz="28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9594" y="987426"/>
            <a:ext cx="5560606" cy="4873625"/>
          </a:xfrm>
        </p:spPr>
        <p:txBody>
          <a:bodyPr anchor="t"/>
          <a:lstStyle>
            <a:lvl1pPr marL="0" indent="0">
              <a:buNone/>
              <a:defRPr sz="2883"/>
            </a:lvl1pPr>
            <a:lvl2pPr marL="411891" indent="0">
              <a:buNone/>
              <a:defRPr sz="2523"/>
            </a:lvl2pPr>
            <a:lvl3pPr marL="823783" indent="0">
              <a:buNone/>
              <a:defRPr sz="2162"/>
            </a:lvl3pPr>
            <a:lvl4pPr marL="1235674" indent="0">
              <a:buNone/>
              <a:defRPr sz="1802"/>
            </a:lvl4pPr>
            <a:lvl5pPr marL="1647566" indent="0">
              <a:buNone/>
              <a:defRPr sz="1802"/>
            </a:lvl5pPr>
            <a:lvl6pPr marL="2059457" indent="0">
              <a:buNone/>
              <a:defRPr sz="1802"/>
            </a:lvl6pPr>
            <a:lvl7pPr marL="2471349" indent="0">
              <a:buNone/>
              <a:defRPr sz="1802"/>
            </a:lvl7pPr>
            <a:lvl8pPr marL="2883240" indent="0">
              <a:buNone/>
              <a:defRPr sz="1802"/>
            </a:lvl8pPr>
            <a:lvl9pPr marL="3295132" indent="0">
              <a:buNone/>
              <a:defRPr sz="180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6575" y="2057400"/>
            <a:ext cx="3542598" cy="3811588"/>
          </a:xfrm>
        </p:spPr>
        <p:txBody>
          <a:bodyPr/>
          <a:lstStyle>
            <a:lvl1pPr marL="0" indent="0">
              <a:buNone/>
              <a:defRPr sz="1441"/>
            </a:lvl1pPr>
            <a:lvl2pPr marL="411891" indent="0">
              <a:buNone/>
              <a:defRPr sz="1261"/>
            </a:lvl2pPr>
            <a:lvl3pPr marL="823783" indent="0">
              <a:buNone/>
              <a:defRPr sz="1081"/>
            </a:lvl3pPr>
            <a:lvl4pPr marL="1235674" indent="0">
              <a:buNone/>
              <a:defRPr sz="901"/>
            </a:lvl4pPr>
            <a:lvl5pPr marL="1647566" indent="0">
              <a:buNone/>
              <a:defRPr sz="901"/>
            </a:lvl5pPr>
            <a:lvl6pPr marL="2059457" indent="0">
              <a:buNone/>
              <a:defRPr sz="901"/>
            </a:lvl6pPr>
            <a:lvl7pPr marL="2471349" indent="0">
              <a:buNone/>
              <a:defRPr sz="901"/>
            </a:lvl7pPr>
            <a:lvl8pPr marL="2883240" indent="0">
              <a:buNone/>
              <a:defRPr sz="901"/>
            </a:lvl8pPr>
            <a:lvl9pPr marL="3295132" indent="0">
              <a:buNone/>
              <a:defRPr sz="90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8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8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60363" y="365125"/>
            <a:ext cx="2368406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144" y="365125"/>
            <a:ext cx="696792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5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5144" y="365126"/>
            <a:ext cx="94736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144" y="1825625"/>
            <a:ext cx="94736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144" y="6356351"/>
            <a:ext cx="2471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7CA88-FAF4-D345-B240-EC2E4E4C6B2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8421" y="6356351"/>
            <a:ext cx="37070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57389" y="6356351"/>
            <a:ext cx="2471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AE4C7-3D3C-1644-B493-D30BE268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8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823783" rtl="0" eaLnBrk="1" latinLnBrk="0" hangingPunct="1">
        <a:lnSpc>
          <a:spcPct val="90000"/>
        </a:lnSpc>
        <a:spcBef>
          <a:spcPct val="0"/>
        </a:spcBef>
        <a:buNone/>
        <a:defRPr sz="39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946" indent="-205946" algn="l" defTabSz="823783" rtl="0" eaLnBrk="1" latinLnBrk="0" hangingPunct="1">
        <a:lnSpc>
          <a:spcPct val="90000"/>
        </a:lnSpc>
        <a:spcBef>
          <a:spcPts val="901"/>
        </a:spcBef>
        <a:buFont typeface="Arial" panose="020B0604020202020204" pitchFamily="34" charset="0"/>
        <a:buChar char="•"/>
        <a:defRPr sz="2523" kern="1200">
          <a:solidFill>
            <a:schemeClr val="tx1"/>
          </a:solidFill>
          <a:latin typeface="+mn-lt"/>
          <a:ea typeface="+mn-ea"/>
          <a:cs typeface="+mn-cs"/>
        </a:defRPr>
      </a:lvl1pPr>
      <a:lvl2pPr marL="617837" indent="-205946" algn="l" defTabSz="82378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2" kern="1200">
          <a:solidFill>
            <a:schemeClr val="tx1"/>
          </a:solidFill>
          <a:latin typeface="+mn-lt"/>
          <a:ea typeface="+mn-ea"/>
          <a:cs typeface="+mn-cs"/>
        </a:defRPr>
      </a:lvl2pPr>
      <a:lvl3pPr marL="1029729" indent="-205946" algn="l" defTabSz="82378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441620" indent="-205946" algn="l" defTabSz="82378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2" kern="1200">
          <a:solidFill>
            <a:schemeClr val="tx1"/>
          </a:solidFill>
          <a:latin typeface="+mn-lt"/>
          <a:ea typeface="+mn-ea"/>
          <a:cs typeface="+mn-cs"/>
        </a:defRPr>
      </a:lvl4pPr>
      <a:lvl5pPr marL="1853512" indent="-205946" algn="l" defTabSz="82378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2" kern="1200">
          <a:solidFill>
            <a:schemeClr val="tx1"/>
          </a:solidFill>
          <a:latin typeface="+mn-lt"/>
          <a:ea typeface="+mn-ea"/>
          <a:cs typeface="+mn-cs"/>
        </a:defRPr>
      </a:lvl5pPr>
      <a:lvl6pPr marL="2265403" indent="-205946" algn="l" defTabSz="82378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2" kern="1200">
          <a:solidFill>
            <a:schemeClr val="tx1"/>
          </a:solidFill>
          <a:latin typeface="+mn-lt"/>
          <a:ea typeface="+mn-ea"/>
          <a:cs typeface="+mn-cs"/>
        </a:defRPr>
      </a:lvl6pPr>
      <a:lvl7pPr marL="2677295" indent="-205946" algn="l" defTabSz="82378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2" kern="1200">
          <a:solidFill>
            <a:schemeClr val="tx1"/>
          </a:solidFill>
          <a:latin typeface="+mn-lt"/>
          <a:ea typeface="+mn-ea"/>
          <a:cs typeface="+mn-cs"/>
        </a:defRPr>
      </a:lvl7pPr>
      <a:lvl8pPr marL="3089186" indent="-205946" algn="l" defTabSz="82378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2" kern="1200">
          <a:solidFill>
            <a:schemeClr val="tx1"/>
          </a:solidFill>
          <a:latin typeface="+mn-lt"/>
          <a:ea typeface="+mn-ea"/>
          <a:cs typeface="+mn-cs"/>
        </a:defRPr>
      </a:lvl8pPr>
      <a:lvl9pPr marL="3501078" indent="-205946" algn="l" defTabSz="82378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3783" rtl="0" eaLnBrk="1" latinLnBrk="0" hangingPunct="1">
        <a:defRPr sz="1622" kern="1200">
          <a:solidFill>
            <a:schemeClr val="tx1"/>
          </a:solidFill>
          <a:latin typeface="+mn-lt"/>
          <a:ea typeface="+mn-ea"/>
          <a:cs typeface="+mn-cs"/>
        </a:defRPr>
      </a:lvl1pPr>
      <a:lvl2pPr marL="411891" algn="l" defTabSz="823783" rtl="0" eaLnBrk="1" latinLnBrk="0" hangingPunct="1">
        <a:defRPr sz="1622" kern="1200">
          <a:solidFill>
            <a:schemeClr val="tx1"/>
          </a:solidFill>
          <a:latin typeface="+mn-lt"/>
          <a:ea typeface="+mn-ea"/>
          <a:cs typeface="+mn-cs"/>
        </a:defRPr>
      </a:lvl2pPr>
      <a:lvl3pPr marL="823783" algn="l" defTabSz="823783" rtl="0" eaLnBrk="1" latinLnBrk="0" hangingPunct="1">
        <a:defRPr sz="1622" kern="1200">
          <a:solidFill>
            <a:schemeClr val="tx1"/>
          </a:solidFill>
          <a:latin typeface="+mn-lt"/>
          <a:ea typeface="+mn-ea"/>
          <a:cs typeface="+mn-cs"/>
        </a:defRPr>
      </a:lvl3pPr>
      <a:lvl4pPr marL="1235674" algn="l" defTabSz="823783" rtl="0" eaLnBrk="1" latinLnBrk="0" hangingPunct="1">
        <a:defRPr sz="1622" kern="1200">
          <a:solidFill>
            <a:schemeClr val="tx1"/>
          </a:solidFill>
          <a:latin typeface="+mn-lt"/>
          <a:ea typeface="+mn-ea"/>
          <a:cs typeface="+mn-cs"/>
        </a:defRPr>
      </a:lvl4pPr>
      <a:lvl5pPr marL="1647566" algn="l" defTabSz="823783" rtl="0" eaLnBrk="1" latinLnBrk="0" hangingPunct="1">
        <a:defRPr sz="1622" kern="1200">
          <a:solidFill>
            <a:schemeClr val="tx1"/>
          </a:solidFill>
          <a:latin typeface="+mn-lt"/>
          <a:ea typeface="+mn-ea"/>
          <a:cs typeface="+mn-cs"/>
        </a:defRPr>
      </a:lvl5pPr>
      <a:lvl6pPr marL="2059457" algn="l" defTabSz="823783" rtl="0" eaLnBrk="1" latinLnBrk="0" hangingPunct="1">
        <a:defRPr sz="1622" kern="1200">
          <a:solidFill>
            <a:schemeClr val="tx1"/>
          </a:solidFill>
          <a:latin typeface="+mn-lt"/>
          <a:ea typeface="+mn-ea"/>
          <a:cs typeface="+mn-cs"/>
        </a:defRPr>
      </a:lvl6pPr>
      <a:lvl7pPr marL="2471349" algn="l" defTabSz="823783" rtl="0" eaLnBrk="1" latinLnBrk="0" hangingPunct="1">
        <a:defRPr sz="1622" kern="1200">
          <a:solidFill>
            <a:schemeClr val="tx1"/>
          </a:solidFill>
          <a:latin typeface="+mn-lt"/>
          <a:ea typeface="+mn-ea"/>
          <a:cs typeface="+mn-cs"/>
        </a:defRPr>
      </a:lvl7pPr>
      <a:lvl8pPr marL="2883240" algn="l" defTabSz="823783" rtl="0" eaLnBrk="1" latinLnBrk="0" hangingPunct="1">
        <a:defRPr sz="1622" kern="1200">
          <a:solidFill>
            <a:schemeClr val="tx1"/>
          </a:solidFill>
          <a:latin typeface="+mn-lt"/>
          <a:ea typeface="+mn-ea"/>
          <a:cs typeface="+mn-cs"/>
        </a:defRPr>
      </a:lvl8pPr>
      <a:lvl9pPr marL="3295132" algn="l" defTabSz="823783" rtl="0" eaLnBrk="1" latinLnBrk="0" hangingPunct="1">
        <a:defRPr sz="16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F743A4-7307-EA9F-6406-6B7FED86E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66" y="2373538"/>
            <a:ext cx="8992379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1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FF063D-7E56-939C-E426-C90F0CC998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12" name="Graphic 11" descr="Right pointing backhand index with solid fill">
            <a:extLst>
              <a:ext uri="{FF2B5EF4-FFF2-40B4-BE49-F238E27FC236}">
                <a16:creationId xmlns:a16="http://schemas.microsoft.com/office/drawing/2014/main" id="{75D18E0C-2A80-8526-3E5D-CE202BB0B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079379" y="1538412"/>
            <a:ext cx="291356" cy="2913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350E0C7-7404-DF79-EB30-EA3FFA562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1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B45796-C6E3-B445-8E2B-484B53E6C8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0" r="1" b="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54451E57-7E59-1737-0905-4E066576E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6277456" y="4222889"/>
            <a:ext cx="291356" cy="291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EE9D01-D4B6-15F5-8A0C-B4418F511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2869" y="48150"/>
            <a:ext cx="3556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5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47A5A-EE88-0113-38F2-4CF9BE7BE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380C6079-FC01-A466-C6B0-5E9F90CB7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205214" y="3694383"/>
            <a:ext cx="291356" cy="2913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256D58-5B24-2644-5F24-8B5A8E0BD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8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525133-3C52-B0BB-92F8-0E8637F50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90C6C011-0114-0F10-B0BB-C3C961B48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6185177" y="4038331"/>
            <a:ext cx="291356" cy="2913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4144EF-AFCE-803F-F3DA-5D832B031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2869" y="48150"/>
            <a:ext cx="3556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2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775E-2AA4-1484-DF4F-B7CCE945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FE0F0-7E45-1DCA-3E72-606C7F883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D306F-47A2-18CD-35CA-C9BF922AE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" y="0"/>
            <a:ext cx="10972798" cy="6858000"/>
          </a:xfrm>
          <a:prstGeom prst="rect">
            <a:avLst/>
          </a:prstGeom>
        </p:spPr>
      </p:pic>
      <p:pic>
        <p:nvPicPr>
          <p:cNvPr id="4" name="Graphic 3" descr="Right pointing backhand index with solid fill">
            <a:extLst>
              <a:ext uri="{FF2B5EF4-FFF2-40B4-BE49-F238E27FC236}">
                <a16:creationId xmlns:a16="http://schemas.microsoft.com/office/drawing/2014/main" id="{B81D3DF5-BFEE-97D3-BFD1-A9A3F4D6B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879703">
            <a:off x="1445397" y="2461201"/>
            <a:ext cx="291356" cy="291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8605F7-FD7B-2E9D-A1B9-3A217E0C9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41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7150A7-F368-BDFA-5D5A-D6A0E6E01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093B0032-45E0-6201-9070-214481A6D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545511" flipH="1">
            <a:off x="5002329" y="1681025"/>
            <a:ext cx="291356" cy="2913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8751E5-F474-9172-D060-97D0F7BBC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0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1C58DB-3FBB-1DA3-4509-D8253CECD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06A392EF-697B-4925-8DC5-BFABD1981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545511" flipH="1">
            <a:off x="5262388" y="1681025"/>
            <a:ext cx="291356" cy="2913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113EF1-51D3-B497-278A-B8B160CA7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3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3199-48B0-8629-2814-2743B514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1352F-64C3-518F-7F46-E891AB9D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B126E-AB2E-84F2-119F-51AFF2F63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" y="-2716"/>
            <a:ext cx="10981494" cy="6863433"/>
          </a:xfrm>
          <a:prstGeom prst="rect">
            <a:avLst/>
          </a:prstGeom>
        </p:spPr>
      </p:pic>
      <p:pic>
        <p:nvPicPr>
          <p:cNvPr id="4" name="Graphic 3" descr="Right pointing backhand index with solid fill">
            <a:extLst>
              <a:ext uri="{FF2B5EF4-FFF2-40B4-BE49-F238E27FC236}">
                <a16:creationId xmlns:a16="http://schemas.microsoft.com/office/drawing/2014/main" id="{6DDBC13E-1AB0-EFA8-8553-442E8B581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112935" y="1595532"/>
            <a:ext cx="291356" cy="291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07426C-0271-BCA6-8865-8931EED1C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6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49DFD3-850A-C2C8-E68C-6CAB1A83B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4384B6-520C-637F-A524-8B777C23A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869" y="48150"/>
            <a:ext cx="3556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6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A1C0-A81F-8F58-1FB1-690B9449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C99F5-2C01-050C-C53D-A07C641F1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C12ED-68A3-5010-722A-83069DF28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" y="0"/>
            <a:ext cx="10972800" cy="6858000"/>
          </a:xfrm>
          <a:prstGeom prst="rect">
            <a:avLst/>
          </a:prstGeom>
        </p:spPr>
      </p:pic>
      <p:pic>
        <p:nvPicPr>
          <p:cNvPr id="6" name="Graphic 5" descr="Right pointing backhand index with solid fill">
            <a:extLst>
              <a:ext uri="{FF2B5EF4-FFF2-40B4-BE49-F238E27FC236}">
                <a16:creationId xmlns:a16="http://schemas.microsoft.com/office/drawing/2014/main" id="{AA2AF113-042D-9C05-D841-757A3A513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696277">
            <a:off x="1487342" y="2041753"/>
            <a:ext cx="291356" cy="291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58D7B0-0D83-4446-9465-1E505EC42A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9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A37879-A632-0877-3E6F-2E50CE752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FCB96A66-2B6C-5200-72E2-1FF1D75AB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706920">
            <a:off x="1437008" y="2150808"/>
            <a:ext cx="291356" cy="2913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3396AF-27E9-F60C-DCA3-C9D412952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40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4CE593-EE37-5723-DFE3-CD6399762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8FFCE102-24A3-1A01-ACFA-3BA65B8AF8E6}"/>
              </a:ext>
            </a:extLst>
          </p:cNvPr>
          <p:cNvSpPr/>
          <p:nvPr/>
        </p:nvSpPr>
        <p:spPr>
          <a:xfrm flipH="1">
            <a:off x="9798341" y="5234730"/>
            <a:ext cx="1048623" cy="1023458"/>
          </a:xfrm>
          <a:prstGeom prst="wedgeEllipse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Edit content in editor and save 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B09A13-D927-6A05-3AB0-9E64E59DB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0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15A23B-26E3-0648-CF98-7B958F9D5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BE866E-5BD9-5D08-366E-DFD08919A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06" y="2029224"/>
            <a:ext cx="325855" cy="302156"/>
          </a:xfrm>
          <a:prstGeom prst="rect">
            <a:avLst/>
          </a:prstGeom>
        </p:spPr>
      </p:pic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8DFF7090-D305-648F-2CF7-9274F51F3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9128170" y="2029224"/>
            <a:ext cx="291356" cy="2913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401183-E662-2BCB-A3C0-A992058DAF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5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B86D029-F6DE-E363-7B12-0CF9C9C495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74"/>
            <a:ext cx="10978356" cy="686147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F62DE-645A-FD01-D784-FDD3D387A6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640" y="939127"/>
            <a:ext cx="1273890" cy="394628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AD30A893-0763-005F-A306-366B7A283B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7173821" y="549211"/>
            <a:ext cx="1273891" cy="1023458"/>
          </a:xfrm>
          <a:prstGeom prst="wedgeEllipse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Option-1: Edit BSON content in editor and save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DEADA00-5573-8513-2487-84FA836F78BE}"/>
              </a:ext>
            </a:extLst>
          </p:cNvPr>
          <p:cNvSpPr/>
          <p:nvPr/>
        </p:nvSpPr>
        <p:spPr>
          <a:xfrm>
            <a:off x="9176794" y="1963024"/>
            <a:ext cx="722215" cy="19294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Option-2</a:t>
            </a:r>
          </a:p>
        </p:txBody>
      </p:sp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3374575E-A43E-69DC-27A3-59607B191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889314" y="1897041"/>
            <a:ext cx="291356" cy="2913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6C0254-122D-A6B5-207B-3437E9E7B4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9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3EE067-4DF0-21CB-236D-7FC3476C6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0E877-543E-67FB-0230-CF5B11C59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" y="-2717"/>
            <a:ext cx="10981494" cy="68634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08A15C-2F2E-796F-0E30-B37240DC3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869" y="48150"/>
            <a:ext cx="3556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8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1C2FB6-FCC8-9ACA-F13B-32334DEBC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" y="-2717"/>
            <a:ext cx="10981494" cy="6863435"/>
          </a:xfrm>
          <a:prstGeom prst="rect">
            <a:avLst/>
          </a:prstGeom>
        </p:spPr>
      </p:pic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82036DF3-537A-677F-AE3E-2BF596508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938638" y="1184472"/>
            <a:ext cx="291356" cy="2913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E2E5BA-B69B-B7E7-0390-6A90E42AA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57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D3C7DB-DACA-5CCE-E002-C550D3B82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20225B39-72C7-8123-CD68-D0B5B137C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706920">
            <a:off x="7586139" y="758236"/>
            <a:ext cx="291356" cy="2913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31983C-2014-5CA5-3F50-746068C35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3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72" y="0"/>
            <a:ext cx="109811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E5CC29-EEE7-50C1-247A-20B272FC1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21"/>
          <a:stretch>
            <a:fillRect/>
          </a:stretch>
        </p:blipFill>
        <p:spPr>
          <a:xfrm>
            <a:off x="20" y="1282"/>
            <a:ext cx="10983892" cy="6856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A75511-5E0E-86C6-3FFC-4906823BE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603" y="974089"/>
            <a:ext cx="1606550" cy="363220"/>
          </a:xfrm>
          <a:prstGeom prst="rect">
            <a:avLst/>
          </a:prstGeom>
        </p:spPr>
      </p:pic>
      <p:pic>
        <p:nvPicPr>
          <p:cNvPr id="2" name="Graphic 1" descr="Right pointing backhand index with solid fill">
            <a:extLst>
              <a:ext uri="{FF2B5EF4-FFF2-40B4-BE49-F238E27FC236}">
                <a16:creationId xmlns:a16="http://schemas.microsoft.com/office/drawing/2014/main" id="{7B17D0F6-F664-9970-1F7C-2DF225191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119200" y="1603921"/>
            <a:ext cx="291356" cy="2913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95241B-97B6-6EF0-63FD-A3DD9A19E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1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2985-7506-12A9-D831-AFFE66CC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7F18A-E233-BBF5-97DE-68D7053F3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CD45C-312A-C827-DE5E-A397B8CC1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" y="-2717"/>
            <a:ext cx="10981494" cy="68634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19281D-1404-1152-767C-501142444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869" y="48150"/>
            <a:ext cx="3556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59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B006-69D7-00CC-BD4A-A740E964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817C5-A804-F2EE-E82F-217883FA4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314F7-1765-7124-1060-6384D49BC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" y="-2717"/>
            <a:ext cx="10981494" cy="6863435"/>
          </a:xfrm>
          <a:prstGeom prst="rect">
            <a:avLst/>
          </a:prstGeom>
        </p:spPr>
      </p:pic>
      <p:pic>
        <p:nvPicPr>
          <p:cNvPr id="5" name="Graphic 4" descr="Right pointing backhand index with solid fill">
            <a:extLst>
              <a:ext uri="{FF2B5EF4-FFF2-40B4-BE49-F238E27FC236}">
                <a16:creationId xmlns:a16="http://schemas.microsoft.com/office/drawing/2014/main" id="{8A25D424-18CE-A66E-2398-3220FC7F6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706920">
            <a:off x="1453787" y="2033363"/>
            <a:ext cx="291356" cy="291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16D6E6-BC6C-A788-813F-765C24BFF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9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2D83D9-99EC-7006-E8FE-16049034ED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" y="-2717"/>
            <a:ext cx="10981494" cy="6863435"/>
          </a:xfrm>
          <a:prstGeom prst="rect">
            <a:avLst/>
          </a:prstGeom>
        </p:spPr>
      </p:pic>
      <p:sp>
        <p:nvSpPr>
          <p:cNvPr id="5" name="Oval Callout 4">
            <a:extLst>
              <a:ext uri="{FF2B5EF4-FFF2-40B4-BE49-F238E27FC236}">
                <a16:creationId xmlns:a16="http://schemas.microsoft.com/office/drawing/2014/main" id="{B4126B22-9548-C1E4-44E2-A3C6E54182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61444" y="1585519"/>
            <a:ext cx="1577132" cy="1585519"/>
          </a:xfrm>
          <a:prstGeom prst="wedgeEllipseCallout">
            <a:avLst>
              <a:gd name="adj1" fmla="val -67385"/>
              <a:gd name="adj2" fmla="val 255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Only text/JSON files of reasonable size can be viewed in the editor. Else, this option won’t be visible.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C4DD8D-1170-3FF2-B515-6E45AC930C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107" y="966588"/>
            <a:ext cx="977566" cy="377992"/>
          </a:xfrm>
          <a:prstGeom prst="rect">
            <a:avLst/>
          </a:pr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F211E905-FDC8-CA75-DBE8-B1F03760163D}"/>
              </a:ext>
            </a:extLst>
          </p:cNvPr>
          <p:cNvSpPr/>
          <p:nvPr/>
        </p:nvSpPr>
        <p:spPr>
          <a:xfrm>
            <a:off x="310394" y="2088859"/>
            <a:ext cx="1283516" cy="1231084"/>
          </a:xfrm>
          <a:prstGeom prst="wedgeEllipseCallout">
            <a:avLst>
              <a:gd name="adj1" fmla="val 58808"/>
              <a:gd name="adj2" fmla="val -42672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Clicking on each row will open the metadata in editor</a:t>
            </a:r>
          </a:p>
        </p:txBody>
      </p:sp>
      <p:pic>
        <p:nvPicPr>
          <p:cNvPr id="9" name="Graphic 8" descr="Right pointing backhand index with solid fill">
            <a:extLst>
              <a:ext uri="{FF2B5EF4-FFF2-40B4-BE49-F238E27FC236}">
                <a16:creationId xmlns:a16="http://schemas.microsoft.com/office/drawing/2014/main" id="{952445E2-82DA-8E80-97A5-AC494CCB4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054212" y="1602297"/>
            <a:ext cx="291356" cy="2913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A7B2EB1-D633-37B4-0B46-8DA194353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646" y="90340"/>
            <a:ext cx="34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2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081B8-06B4-72BF-AFE6-9D3B79E33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D2DB2-D130-EBD5-74D9-27343AC4E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447C7-8FC7-5E5C-D8B7-1648571C1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" y="-2717"/>
            <a:ext cx="10981494" cy="68634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8847D7-72AE-97ED-B32B-389E73E2D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869" y="48150"/>
            <a:ext cx="3556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26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1100</TotalTime>
  <Words>50</Words>
  <Application>Microsoft Office PowerPoint</Application>
  <PresentationFormat>Custom</PresentationFormat>
  <Paragraphs>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Sen, Soumya A.</dc:creator>
  <cp:lastModifiedBy>Soumya Sen</cp:lastModifiedBy>
  <cp:revision>11</cp:revision>
  <cp:lastPrinted>2025-10-05T18:22:41Z</cp:lastPrinted>
  <dcterms:created xsi:type="dcterms:W3CDTF">2025-10-05T15:49:24Z</dcterms:created>
  <dcterms:modified xsi:type="dcterms:W3CDTF">2025-10-06T11:02:05Z</dcterms:modified>
</cp:coreProperties>
</file>